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6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AA3E2-A2E5-043F-988B-B8410738E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46617A-6A54-4646-D5B4-5DB052638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93C6B4-25F2-4C0C-57DA-D97F3187C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7478-C8FD-482B-B2C2-37D37A852C9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15C80-B8C5-B49F-1E2D-562AA37F9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E7688-55CA-FE84-20F2-809FFC3BF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79B8B-B179-4DB8-851D-120EFABF8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6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24F9-4E51-70C1-C0E5-AC4DC4FCF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FD076-9F42-E8AC-592C-57D6C77B7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85F75-FBCE-82EC-350D-B3FB3D269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7478-C8FD-482B-B2C2-37D37A852C9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184A5A-0FE6-1ECE-CE3D-AF108BE7F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B00DBF-CEE7-E7C4-BA5B-9C24011F3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79B8B-B179-4DB8-851D-120EFABF8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805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35F46-5FC9-52FD-A26E-59D5D448D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B9B306-C7F7-53F4-3369-94241D75E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FB2BAD-64EB-10D6-32AE-79F232341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7478-C8FD-482B-B2C2-37D37A852C9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0B54C-9EE1-D782-FD6E-D89E3B35B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B9D21-3008-C2CD-6BF0-5ADE69900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79B8B-B179-4DB8-851D-120EFABF8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128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7E14D-C771-5034-F796-3212DF17C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C8F37-C2D3-AF25-2C76-37A1A4835A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510C50-0738-A7FD-8EB7-9558D6F273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228607-F889-95FF-EA46-21CAB44CC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7478-C8FD-482B-B2C2-37D37A852C9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D4346E-330D-A63F-5686-66D2247C9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C2FA75-E9B7-5723-8EA9-915887307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79B8B-B179-4DB8-851D-120EFABF8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800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C89C0-1CBE-1759-135E-1D6DDE5FD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CD9861-A591-28DE-B640-D0081E4D7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14F15-E124-9C6E-58D5-2AF3CF2A9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EBE48A-53D4-9FE5-92A3-4F2E8A249A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723897-3305-C4B2-B3D0-0F103509E4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8D0361-8E7B-9022-2745-3C1984A5A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7478-C8FD-482B-B2C2-37D37A852C9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851A41-9197-B04E-308E-8FCF66528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C52D24-4ACA-1868-0344-DD5820027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79B8B-B179-4DB8-851D-120EFABF8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598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51E40-71CB-AEC9-AA77-12DAC820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146175-FFD5-1550-A2F2-621E09907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7478-C8FD-482B-B2C2-37D37A852C9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EC47A1-9F9C-D812-1B58-4D4497151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7ADA73-FB90-06CB-083B-E38EB24DE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79B8B-B179-4DB8-851D-120EFABF8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147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F260E5-22ED-E928-3C83-098CEFFD4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7478-C8FD-482B-B2C2-37D37A852C9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BA1443-168A-4B87-4137-367589326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D7FE3-AF52-8AAB-FDE9-2002A2B11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79B8B-B179-4DB8-851D-120EFABF8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861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AC431-6D72-3BD6-6DCF-3AD05D14F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9BC9F-8CB5-5E0B-453B-E831870EF5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2E152-536F-0B0F-1A23-B4D42E686A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42831C-CB82-12D3-BD77-2D75E92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7478-C8FD-482B-B2C2-37D37A852C9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5B1C50-7AFE-C5BB-D9ED-3999A04B8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E9A89B-9C9D-26DB-5587-9D783D3AA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79B8B-B179-4DB8-851D-120EFABF8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509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39173-0DB4-8E61-079D-96BA90F21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A3518B-9A42-D943-F2A0-9030745204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E53DE-EE30-C5C3-2BFA-164A58B804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6B6B00-32EB-EA33-7E0E-F14DFE054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7478-C8FD-482B-B2C2-37D37A852C9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7D8B73-1A7A-7E49-8BAF-A2478A9E2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4555AF-44A0-E377-22F0-02B1463F7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79B8B-B179-4DB8-851D-120EFABF8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695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6C01B-BB22-E4B9-C275-FC7A32721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ED7B8F-E48B-5D0E-A0F4-ED3F0E170F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0F90E-8732-087D-9DB2-0F3053A43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7478-C8FD-482B-B2C2-37D37A852C9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EE4904-071E-56D7-9F00-4344F6BF3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4C365-B804-F074-057A-804F9783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79B8B-B179-4DB8-851D-120EFABF8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011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DC1C4B-9819-E861-79EA-A48BBA8C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05422C-998B-3CAF-1ED9-D9C440112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18EF7-447F-D3EE-EE75-277EEFED2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197478-C8FD-482B-B2C2-37D37A852C9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A0C65C-3430-CA14-D659-889DE53F3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31C30-E86C-4293-8534-456B38192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79B8B-B179-4DB8-851D-120EFABF8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776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813E62-2EC1-A4E1-D46A-4E7AD85C4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C49A68-4EC7-0908-F131-43CBDE789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BE2AC-A9FF-E0D1-5AD0-8A30E987BE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197478-C8FD-482B-B2C2-37D37A852C9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117EF-A388-9D1A-9C05-52C0EDF11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019CAF-6079-FEB9-246D-6F4209F6FB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179B8B-B179-4DB8-851D-120EFABF8A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303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302D6-27DC-8672-6497-E57F721A73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Capgemini Todo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CCBC9-9674-CC34-83C4-1617935B8B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Created by Alejandro Rodriguez</a:t>
            </a:r>
          </a:p>
        </p:txBody>
      </p:sp>
    </p:spTree>
    <p:extLst>
      <p:ext uri="{BB962C8B-B14F-4D97-AF65-F5344CB8AC3E}">
        <p14:creationId xmlns:p14="http://schemas.microsoft.com/office/powerpoint/2010/main" val="2758626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3A6D7-5249-FDE2-1CA8-AA86FF808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and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76475B-367F-782D-6B93-ABD76F54A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Objective: Command-line Todo list application.</a:t>
            </a:r>
          </a:p>
          <a:p>
            <a:r>
              <a:rPr lang="en-US" dirty="0"/>
              <a:t> Modular architecture: Controller, Service, DAO, Models.</a:t>
            </a:r>
          </a:p>
          <a:p>
            <a:r>
              <a:rPr lang="en-US" dirty="0"/>
              <a:t> SQLite database with `Project` and `</a:t>
            </a:r>
            <a:r>
              <a:rPr lang="en-US" dirty="0" err="1"/>
              <a:t>Todo_Item</a:t>
            </a:r>
            <a:r>
              <a:rPr lang="en-US" dirty="0"/>
              <a:t>` tables.</a:t>
            </a:r>
          </a:p>
          <a:p>
            <a:r>
              <a:rPr lang="en-US" dirty="0"/>
              <a:t> Features: CRUD operations for projects and </a:t>
            </a:r>
            <a:r>
              <a:rPr lang="en-US" dirty="0" err="1"/>
              <a:t>todos</a:t>
            </a:r>
            <a:r>
              <a:rPr lang="en-US" dirty="0"/>
              <a:t>, cascading deletes.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6681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EA04C-FB6E-FE26-BE60-3CEBFF1E9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Files and Folders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5104F-1498-F779-7128-934EC78B2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`main.py`: Entry point.</a:t>
            </a:r>
          </a:p>
          <a:p>
            <a:r>
              <a:rPr lang="en-US" dirty="0"/>
              <a:t>`</a:t>
            </a:r>
            <a:r>
              <a:rPr lang="en-US" dirty="0" err="1"/>
              <a:t>src</a:t>
            </a:r>
            <a:r>
              <a:rPr lang="en-US" dirty="0"/>
              <a:t>/Controller/`: Handles user commands.</a:t>
            </a:r>
          </a:p>
          <a:p>
            <a:r>
              <a:rPr lang="en-US" dirty="0"/>
              <a:t>`</a:t>
            </a:r>
            <a:r>
              <a:rPr lang="en-US" dirty="0" err="1"/>
              <a:t>src</a:t>
            </a:r>
            <a:r>
              <a:rPr lang="en-US" dirty="0"/>
              <a:t>/Service/`: Business logic.</a:t>
            </a:r>
          </a:p>
          <a:p>
            <a:r>
              <a:rPr lang="en-US" dirty="0"/>
              <a:t>`</a:t>
            </a:r>
            <a:r>
              <a:rPr lang="en-US" dirty="0" err="1"/>
              <a:t>src</a:t>
            </a:r>
            <a:r>
              <a:rPr lang="en-US" dirty="0"/>
              <a:t>/DAO/`: Database operations.</a:t>
            </a:r>
          </a:p>
          <a:p>
            <a:r>
              <a:rPr lang="en-US" dirty="0"/>
              <a:t>`</a:t>
            </a:r>
            <a:r>
              <a:rPr lang="en-US" dirty="0" err="1"/>
              <a:t>src</a:t>
            </a:r>
            <a:r>
              <a:rPr lang="en-US" dirty="0"/>
              <a:t>/Models/`: Data models.</a:t>
            </a:r>
          </a:p>
          <a:p>
            <a:r>
              <a:rPr lang="en-US" dirty="0"/>
              <a:t>`</a:t>
            </a:r>
            <a:r>
              <a:rPr lang="en-US" dirty="0" err="1"/>
              <a:t>src</a:t>
            </a:r>
            <a:r>
              <a:rPr lang="en-US" dirty="0"/>
              <a:t>/Resources/</a:t>
            </a:r>
            <a:r>
              <a:rPr lang="en-US" dirty="0" err="1"/>
              <a:t>TodoListSetup.sql</a:t>
            </a:r>
            <a:r>
              <a:rPr lang="en-US" dirty="0"/>
              <a:t>`: Schema and seed data.</a:t>
            </a:r>
          </a:p>
          <a:p>
            <a:r>
              <a:rPr lang="en-US" dirty="0"/>
              <a:t>`scripts/`: Setup scripts.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5024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149AC-87CE-ACA1-A00B-BB09CDF2D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 to Run, Test, and Verify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89D2D-D9D0-EF0D-4428-B265EFB84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Run the application: `python3 main.py`.</a:t>
            </a:r>
          </a:p>
          <a:p>
            <a:r>
              <a:rPr lang="en-US" b="1" dirty="0"/>
              <a:t>**DAO Tests**</a:t>
            </a:r>
            <a:r>
              <a:rPr lang="en-US" dirty="0"/>
              <a:t>:</a:t>
            </a:r>
          </a:p>
          <a:p>
            <a:r>
              <a:rPr lang="en-US" dirty="0"/>
              <a:t> `test_project_dao.py`: Tests for `</a:t>
            </a:r>
            <a:r>
              <a:rPr lang="en-US" dirty="0" err="1"/>
              <a:t>ProjectDAO</a:t>
            </a:r>
            <a:r>
              <a:rPr lang="en-US" dirty="0"/>
              <a:t>`.</a:t>
            </a:r>
          </a:p>
          <a:p>
            <a:r>
              <a:rPr lang="en-US" dirty="0"/>
              <a:t>  `test_todoitem_dao.py`: Tests for `</a:t>
            </a:r>
            <a:r>
              <a:rPr lang="en-US" dirty="0" err="1"/>
              <a:t>TodoItemDAO</a:t>
            </a:r>
            <a:r>
              <a:rPr lang="en-US" dirty="0"/>
              <a:t>`.</a:t>
            </a:r>
          </a:p>
          <a:p>
            <a:r>
              <a:rPr lang="en-US" dirty="0"/>
              <a:t> </a:t>
            </a:r>
            <a:r>
              <a:rPr lang="en-US" b="1" dirty="0"/>
              <a:t>**Service Tests**</a:t>
            </a:r>
            <a:r>
              <a:rPr lang="en-US" dirty="0"/>
              <a:t>:</a:t>
            </a:r>
          </a:p>
          <a:p>
            <a:r>
              <a:rPr lang="en-US" dirty="0"/>
              <a:t>  `test_project_service.py`: Tests for `</a:t>
            </a:r>
            <a:r>
              <a:rPr lang="en-US" dirty="0" err="1"/>
              <a:t>ProjectService</a:t>
            </a:r>
            <a:r>
              <a:rPr lang="en-US" dirty="0"/>
              <a:t>`.</a:t>
            </a:r>
          </a:p>
          <a:p>
            <a:r>
              <a:rPr lang="en-US" dirty="0"/>
              <a:t>  `test_todoitem_service.py`: Tests for `</a:t>
            </a:r>
            <a:r>
              <a:rPr lang="en-US" dirty="0" err="1"/>
              <a:t>TodoItemService</a:t>
            </a:r>
            <a:r>
              <a:rPr lang="en-US" dirty="0"/>
              <a:t>`.</a:t>
            </a:r>
          </a:p>
          <a:p>
            <a:r>
              <a:rPr lang="en-US" dirty="0"/>
              <a:t>  Known bug with the delete cascade operation for Project deletion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419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73209-407E-8FBE-960E-14BC7D05A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Data and Seed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D2979-DBAB-E536-61DC-971C710F8F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Seed data in `</a:t>
            </a:r>
            <a:r>
              <a:rPr lang="en-US" dirty="0" err="1"/>
              <a:t>TodoListSetup.sql</a:t>
            </a:r>
            <a:r>
              <a:rPr lang="en-US" dirty="0"/>
              <a:t>`:</a:t>
            </a:r>
          </a:p>
          <a:p>
            <a:r>
              <a:rPr lang="en-US" dirty="0"/>
              <a:t> Projects: `General`, `Work`, `Personal`.</a:t>
            </a:r>
          </a:p>
          <a:p>
            <a:r>
              <a:rPr lang="en-US" dirty="0"/>
              <a:t> Todos: Example tasks for each project.</a:t>
            </a:r>
          </a:p>
          <a:p>
            <a:r>
              <a:rPr lang="en-US" dirty="0"/>
              <a:t> Add new projects and </a:t>
            </a:r>
            <a:r>
              <a:rPr lang="en-US" dirty="0" err="1"/>
              <a:t>todos</a:t>
            </a:r>
            <a:r>
              <a:rPr lang="en-US" dirty="0"/>
              <a:t> to test functionality.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7684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266</Words>
  <Application>Microsoft Office PowerPoint</Application>
  <PresentationFormat>Widescreen</PresentationFormat>
  <Paragraphs>29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Capgemini Todo Project</vt:lpstr>
      <vt:lpstr>Approach and Design</vt:lpstr>
      <vt:lpstr>Key Files and Folders</vt:lpstr>
      <vt:lpstr>Process to Run, Test, and Verify</vt:lpstr>
      <vt:lpstr>Test Data and Seed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Rodriguez, Alejandro</dc:creator>
  <cp:lastModifiedBy>Rodriguez, Alejandro</cp:lastModifiedBy>
  <cp:revision>1</cp:revision>
  <dcterms:created xsi:type="dcterms:W3CDTF">2025-12-08T03:12:26Z</dcterms:created>
  <dcterms:modified xsi:type="dcterms:W3CDTF">2025-12-08T03:32:36Z</dcterms:modified>
</cp:coreProperties>
</file>