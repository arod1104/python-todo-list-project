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A3E2-A2E5-043F-988B-B8410738E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6617A-6A54-4646-D5B4-5DB05263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3C6B4-25F2-4C0C-57DA-D97F3187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15C80-B8C5-B49F-1E2D-562AA37F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7688-55CA-FE84-20F2-809FFC3B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24F9-4E51-70C1-C0E5-AC4DC4FC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D076-9F42-E8AC-592C-57D6C77B7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85F75-FBCE-82EC-350D-B3FB3D26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4A5A-0FE6-1ECE-CE3D-AF108BE7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00DBF-CEE7-E7C4-BA5B-9C24011F3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0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5F46-5FC9-52FD-A26E-59D5D448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9B306-C7F7-53F4-3369-94241D75E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B2BAD-64EB-10D6-32AE-79F23234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B54C-9EE1-D782-FD6E-D89E3B35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9D21-3008-C2CD-6BF0-5ADE6990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2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E14D-C771-5034-F796-3212DF17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8F37-C2D3-AF25-2C76-37A1A4835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10C50-0738-A7FD-8EB7-9558D6F27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28607-F889-95FF-EA46-21CAB44C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4346E-330D-A63F-5686-66D2247C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2FA75-E9B7-5723-8EA9-91588730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0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89C0-1CBE-1759-135E-1D6DDE5F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9861-A591-28DE-B640-D0081E4D7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14F15-E124-9C6E-58D5-2AF3CF2A9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BE48A-53D4-9FE5-92A3-4F2E8A249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23897-3305-C4B2-B3D0-0F103509E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D0361-8E7B-9022-2745-3C1984A5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51A41-9197-B04E-308E-8FCF6652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52D24-4ACA-1868-0344-DD582002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9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1E40-71CB-AEC9-AA77-12DAC820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46175-FFD5-1550-A2F2-621E0990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C47A1-9F9C-D812-1B58-4D449715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ADA73-FB90-06CB-083B-E38EB24D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4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260E5-22ED-E928-3C83-098CEFFD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A1443-168A-4B87-4137-36758932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D7FE3-AF52-8AAB-FDE9-2002A2B1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C431-6D72-3BD6-6DCF-3AD05D14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BC9F-8CB5-5E0B-453B-E831870E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2E152-536F-0B0F-1A23-B4D42E686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2831C-CB82-12D3-BD77-2D75E927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B1C50-7AFE-C5BB-D9ED-3999A04B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9A89B-9C9D-26DB-5587-9D783D3A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0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9173-0DB4-8E61-079D-96BA90F2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3518B-9A42-D943-F2A0-903074520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E53DE-EE30-C5C3-2BFA-164A58B80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B6B00-32EB-EA33-7E0E-F14DFE05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D8B73-1A7A-7E49-8BAF-A2478A9E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555AF-44A0-E377-22F0-02B1463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9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C01B-BB22-E4B9-C275-FC7A3272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D7B8F-E48B-5D0E-A0F4-ED3F0E170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0F90E-8732-087D-9DB2-0F3053A43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4904-071E-56D7-9F00-4344F6BF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4C365-B804-F074-057A-804F9783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1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C1C4B-9819-E861-79EA-A48BBA8C8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5422C-998B-3CAF-1ED9-D9C440112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18EF7-447F-D3EE-EE75-277EEFED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C65C-3430-CA14-D659-889DE53F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1C30-E86C-4293-8534-456B3819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7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13E62-2EC1-A4E1-D46A-4E7AD85C4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49A68-4EC7-0908-F131-43CBDE789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BE2AC-A9FF-E0D1-5AD0-8A30E987B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97478-C8FD-482B-B2C2-37D37A852C96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117EF-A388-9D1A-9C05-52C0EDF11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9CAF-6079-FEB9-246D-6F4209F6F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79B8B-B179-4DB8-851D-120EFABF8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0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302D6-27DC-8672-6497-E57F721A7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Capgemini Todo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CCBC9-9674-CC34-83C4-1617935B8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 Alejandro Rodriguez</a:t>
            </a:r>
          </a:p>
        </p:txBody>
      </p:sp>
    </p:spTree>
    <p:extLst>
      <p:ext uri="{BB962C8B-B14F-4D97-AF65-F5344CB8AC3E}">
        <p14:creationId xmlns:p14="http://schemas.microsoft.com/office/powerpoint/2010/main" val="2758626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A6D7-5249-FDE2-1CA8-AA86FF80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6475B-367F-782D-6B93-ABD76F54A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Objective: Command-line Todo list application.</a:t>
            </a:r>
          </a:p>
          <a:p>
            <a:r>
              <a:rPr lang="en-US" dirty="0"/>
              <a:t> Modular architecture: Controller, Service, DAO, Models.</a:t>
            </a:r>
          </a:p>
          <a:p>
            <a:r>
              <a:rPr lang="en-US" dirty="0"/>
              <a:t> SQLite database with `Project` and `</a:t>
            </a:r>
            <a:r>
              <a:rPr lang="en-US" dirty="0" err="1"/>
              <a:t>Todo_Item</a:t>
            </a:r>
            <a:r>
              <a:rPr lang="en-US" dirty="0"/>
              <a:t>` tables.</a:t>
            </a:r>
          </a:p>
          <a:p>
            <a:r>
              <a:rPr lang="en-US" dirty="0"/>
              <a:t> Features: CRUD operations for projects and </a:t>
            </a:r>
            <a:r>
              <a:rPr lang="en-US" dirty="0" err="1"/>
              <a:t>todos</a:t>
            </a:r>
            <a:r>
              <a:rPr lang="en-US" dirty="0"/>
              <a:t>, cascading deletes.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81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A04C-FB6E-FE26-BE60-3CEBFF1E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Files and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5104F-1498-F779-7128-934EC78B2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`main.py`: Entry point.</a:t>
            </a:r>
          </a:p>
          <a:p>
            <a:r>
              <a:rPr lang="en-US" dirty="0"/>
              <a:t>`</a:t>
            </a:r>
            <a:r>
              <a:rPr lang="en-US" dirty="0" err="1"/>
              <a:t>src</a:t>
            </a:r>
            <a:r>
              <a:rPr lang="en-US" dirty="0"/>
              <a:t>/Controller/`: Handles user commands.</a:t>
            </a:r>
          </a:p>
          <a:p>
            <a:r>
              <a:rPr lang="en-US" dirty="0"/>
              <a:t>`</a:t>
            </a:r>
            <a:r>
              <a:rPr lang="en-US" dirty="0" err="1"/>
              <a:t>src</a:t>
            </a:r>
            <a:r>
              <a:rPr lang="en-US" dirty="0"/>
              <a:t>/Service/`: Business logic.</a:t>
            </a:r>
          </a:p>
          <a:p>
            <a:r>
              <a:rPr lang="en-US" dirty="0"/>
              <a:t>`</a:t>
            </a:r>
            <a:r>
              <a:rPr lang="en-US" dirty="0" err="1"/>
              <a:t>src</a:t>
            </a:r>
            <a:r>
              <a:rPr lang="en-US" dirty="0"/>
              <a:t>/DAO/`: Database operations.</a:t>
            </a:r>
          </a:p>
          <a:p>
            <a:r>
              <a:rPr lang="en-US" dirty="0"/>
              <a:t>`</a:t>
            </a:r>
            <a:r>
              <a:rPr lang="en-US" dirty="0" err="1"/>
              <a:t>src</a:t>
            </a:r>
            <a:r>
              <a:rPr lang="en-US" dirty="0"/>
              <a:t>/Models/`: Data models.</a:t>
            </a:r>
          </a:p>
          <a:p>
            <a:r>
              <a:rPr lang="en-US" dirty="0"/>
              <a:t>`</a:t>
            </a:r>
            <a:r>
              <a:rPr lang="en-US" dirty="0" err="1"/>
              <a:t>src</a:t>
            </a:r>
            <a:r>
              <a:rPr lang="en-US" dirty="0"/>
              <a:t>/Resources/</a:t>
            </a:r>
            <a:r>
              <a:rPr lang="en-US" dirty="0" err="1"/>
              <a:t>TodoListSetup.sql</a:t>
            </a:r>
            <a:r>
              <a:rPr lang="en-US" dirty="0"/>
              <a:t>`: Schema and seed data.</a:t>
            </a:r>
          </a:p>
          <a:p>
            <a:r>
              <a:rPr lang="en-US" dirty="0"/>
              <a:t>`scripts/`: Setup scripts.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49AC-87CE-ACA1-A00B-BB09CDF2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to Run, Test, and Verify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9D2D-D9D0-EF0D-4428-B265EFB8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 Run </a:t>
            </a:r>
            <a:r>
              <a:rPr lang="en-US" dirty="0"/>
              <a:t>the application: `python3 main.py`.</a:t>
            </a:r>
          </a:p>
          <a:p>
            <a:r>
              <a:rPr lang="en-US" b="1" dirty="0"/>
              <a:t>**DAO Tests**</a:t>
            </a:r>
            <a:r>
              <a:rPr lang="en-US" dirty="0"/>
              <a:t>:</a:t>
            </a:r>
          </a:p>
          <a:p>
            <a:r>
              <a:rPr lang="en-US" dirty="0"/>
              <a:t> `test_project_dao.py`: Tests for `</a:t>
            </a:r>
            <a:r>
              <a:rPr lang="en-US" dirty="0" err="1"/>
              <a:t>ProjectDAO</a:t>
            </a:r>
            <a:r>
              <a:rPr lang="en-US" dirty="0"/>
              <a:t>`.</a:t>
            </a:r>
          </a:p>
          <a:p>
            <a:r>
              <a:rPr lang="en-US" dirty="0"/>
              <a:t>  `test_todoitem_dao.py`: Tests for `</a:t>
            </a:r>
            <a:r>
              <a:rPr lang="en-US" dirty="0" err="1"/>
              <a:t>TodoItemDAO</a:t>
            </a:r>
            <a:r>
              <a:rPr lang="en-US" dirty="0"/>
              <a:t>`.</a:t>
            </a:r>
          </a:p>
          <a:p>
            <a:r>
              <a:rPr lang="en-US" dirty="0"/>
              <a:t> </a:t>
            </a:r>
            <a:r>
              <a:rPr lang="en-US" b="1" dirty="0"/>
              <a:t>**Service Tests**</a:t>
            </a:r>
            <a:r>
              <a:rPr lang="en-US" dirty="0"/>
              <a:t>:</a:t>
            </a:r>
          </a:p>
          <a:p>
            <a:r>
              <a:rPr lang="en-US" dirty="0"/>
              <a:t>  `test_project_service.py`: Tests for `</a:t>
            </a:r>
            <a:r>
              <a:rPr lang="en-US" dirty="0" err="1"/>
              <a:t>ProjectService</a:t>
            </a:r>
            <a:r>
              <a:rPr lang="en-US" dirty="0"/>
              <a:t>`.</a:t>
            </a:r>
          </a:p>
          <a:p>
            <a:r>
              <a:rPr lang="en-US" dirty="0"/>
              <a:t>  `test_todoitem_service.py`: Tests for `</a:t>
            </a:r>
            <a:r>
              <a:rPr lang="en-US" dirty="0" err="1"/>
              <a:t>TodoItemService</a:t>
            </a:r>
            <a:r>
              <a:rPr lang="en-US" dirty="0"/>
              <a:t>`.</a:t>
            </a:r>
          </a:p>
          <a:p>
            <a:r>
              <a:rPr lang="en-US" dirty="0"/>
              <a:t>  Known bug with the delete cascade operation for Project deletion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41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3209-407E-8FBE-960E-14BC7D05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Data and Seed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2979-DBAB-E536-61DC-971C710F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Seed data in `</a:t>
            </a:r>
            <a:r>
              <a:rPr lang="en-US" dirty="0" err="1"/>
              <a:t>TodoListSetup.sql</a:t>
            </a:r>
            <a:r>
              <a:rPr lang="en-US" dirty="0"/>
              <a:t>`:</a:t>
            </a:r>
          </a:p>
          <a:p>
            <a:r>
              <a:rPr lang="en-US" dirty="0"/>
              <a:t> Projects: `General`, `Work`, `Personal`.</a:t>
            </a:r>
          </a:p>
          <a:p>
            <a:r>
              <a:rPr lang="en-US" dirty="0"/>
              <a:t> Todos: Example tasks for each project.</a:t>
            </a:r>
          </a:p>
          <a:p>
            <a:r>
              <a:rPr lang="en-US" dirty="0"/>
              <a:t> Add new projects and </a:t>
            </a:r>
            <a:r>
              <a:rPr lang="en-US" dirty="0" err="1"/>
              <a:t>todos</a:t>
            </a:r>
            <a:r>
              <a:rPr lang="en-US" dirty="0"/>
              <a:t> to test functionality.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68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Capgemini Todo Project</vt:lpstr>
      <vt:lpstr>Approach and Design</vt:lpstr>
      <vt:lpstr>Key Files and Folders</vt:lpstr>
      <vt:lpstr>Process to Run, Test, and Verify</vt:lpstr>
      <vt:lpstr>Test Data and Seed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Rodriguez, Alejandro</dc:creator>
  <cp:lastModifiedBy>Rodriguez, Alejandro</cp:lastModifiedBy>
  <cp:revision>2</cp:revision>
  <dcterms:created xsi:type="dcterms:W3CDTF">2025-12-08T03:12:26Z</dcterms:created>
  <dcterms:modified xsi:type="dcterms:W3CDTF">2025-12-08T03:48:25Z</dcterms:modified>
</cp:coreProperties>
</file>